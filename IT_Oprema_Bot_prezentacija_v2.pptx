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7" r:id="rId3"/>
    <p:sldId id="259" r:id="rId4"/>
    <p:sldId id="263" r:id="rId5"/>
    <p:sldId id="264" r:id="rId6"/>
    <p:sldId id="265" r:id="rId7"/>
    <p:sldId id="27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387FDFF-3436-4B31-A0B7-F41551DC080F}">
          <p14:sldIdLst>
            <p14:sldId id="256"/>
            <p14:sldId id="257"/>
            <p14:sldId id="259"/>
            <p14:sldId id="263"/>
            <p14:sldId id="264"/>
            <p14:sldId id="265"/>
            <p14:sldId id="2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1785428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0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26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6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817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545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39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849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3196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271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35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029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40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98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5744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992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hr-H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76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75421"/>
            <a:ext cx="8229600" cy="1143000"/>
          </a:xfrm>
        </p:spPr>
        <p:txBody>
          <a:bodyPr>
            <a:normAutofit/>
          </a:bodyPr>
          <a:lstStyle/>
          <a:p>
            <a:r>
              <a:rPr sz="6600" dirty="0"/>
              <a:t>IT </a:t>
            </a:r>
            <a:r>
              <a:rPr sz="6600" dirty="0" err="1"/>
              <a:t>Oprema</a:t>
            </a:r>
            <a:r>
              <a:rPr sz="6600" dirty="0"/>
              <a:t> Bot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749041"/>
            <a:ext cx="8229600" cy="2733738"/>
          </a:xfrm>
        </p:spPr>
        <p:txBody>
          <a:bodyPr>
            <a:normAutofit/>
          </a:bodyPr>
          <a:lstStyle/>
          <a:p>
            <a:r>
              <a:rPr dirty="0"/>
              <a:t>Autori: Mario Sebastian Miklošević, Matija Tomc</a:t>
            </a:r>
          </a:p>
          <a:p>
            <a:r>
              <a:rPr dirty="0"/>
              <a:t>Mentori: Ana Meštrović, Slobodan </a:t>
            </a:r>
            <a:r>
              <a:rPr dirty="0" err="1"/>
              <a:t>Beliga</a:t>
            </a:r>
            <a:endParaRPr dirty="0"/>
          </a:p>
          <a:p>
            <a:r>
              <a:rPr dirty="0" err="1"/>
              <a:t>Fakultet</a:t>
            </a:r>
            <a:r>
              <a:rPr dirty="0"/>
              <a:t> </a:t>
            </a:r>
            <a:r>
              <a:rPr dirty="0" err="1"/>
              <a:t>informatike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digitalnih</a:t>
            </a:r>
            <a:r>
              <a:rPr dirty="0"/>
              <a:t> </a:t>
            </a:r>
            <a:r>
              <a:rPr dirty="0" err="1"/>
              <a:t>tehnologija</a:t>
            </a:r>
            <a:r>
              <a:rPr dirty="0"/>
              <a:t>, Rijeka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941" y="548641"/>
            <a:ext cx="4668859" cy="1463039"/>
          </a:xfrm>
        </p:spPr>
        <p:txBody>
          <a:bodyPr>
            <a:normAutofit/>
          </a:bodyPr>
          <a:lstStyle/>
          <a:p>
            <a:r>
              <a:rPr sz="4800" dirty="0" err="1"/>
              <a:t>Pregled</a:t>
            </a:r>
            <a:r>
              <a:rPr sz="4800" dirty="0"/>
              <a:t> alata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011680"/>
            <a:ext cx="7704667" cy="3988136"/>
          </a:xfrm>
        </p:spPr>
        <p:txBody>
          <a:bodyPr anchor="t">
            <a:normAutofit/>
          </a:bodyPr>
          <a:lstStyle/>
          <a:p>
            <a:r>
              <a:rPr lang="en-US" sz="2000" dirty="0"/>
              <a:t>Microsoft Bot Framework SDK je open-source </a:t>
            </a:r>
            <a:r>
              <a:rPr lang="en-US" sz="2000" dirty="0" err="1"/>
              <a:t>alat</a:t>
            </a:r>
            <a:r>
              <a:rPr lang="en-US" sz="2000" dirty="0"/>
              <a:t> za </a:t>
            </a:r>
            <a:r>
              <a:rPr lang="en-US" sz="2000" dirty="0" err="1"/>
              <a:t>razvoj</a:t>
            </a:r>
            <a:r>
              <a:rPr lang="en-US" sz="2000" dirty="0"/>
              <a:t> </a:t>
            </a:r>
            <a:r>
              <a:rPr lang="en-US" sz="2000" dirty="0" err="1"/>
              <a:t>chatbotova</a:t>
            </a:r>
            <a:r>
              <a:rPr lang="en-US" sz="2000" dirty="0"/>
              <a:t>. U </a:t>
            </a:r>
            <a:r>
              <a:rPr lang="en-US" sz="2000" dirty="0" err="1"/>
              <a:t>projektu</a:t>
            </a:r>
            <a:r>
              <a:rPr lang="en-US" sz="2000" dirty="0"/>
              <a:t> je </a:t>
            </a:r>
            <a:r>
              <a:rPr lang="en-US" sz="2000" dirty="0" err="1"/>
              <a:t>korišten</a:t>
            </a:r>
            <a:r>
              <a:rPr lang="en-US" sz="2000" dirty="0"/>
              <a:t> Python SDK za </a:t>
            </a:r>
            <a:r>
              <a:rPr lang="en-US" sz="2000" dirty="0" err="1"/>
              <a:t>izradu</a:t>
            </a:r>
            <a:r>
              <a:rPr lang="en-US" sz="2000" dirty="0"/>
              <a:t> bota koji </a:t>
            </a:r>
            <a:r>
              <a:rPr lang="en-US" sz="2000" dirty="0" err="1"/>
              <a:t>preporučuje</a:t>
            </a:r>
            <a:r>
              <a:rPr lang="en-US" sz="2000" dirty="0"/>
              <a:t> IT </a:t>
            </a:r>
            <a:r>
              <a:rPr lang="en-US" sz="2000" dirty="0" err="1"/>
              <a:t>opremu</a:t>
            </a:r>
            <a:r>
              <a:rPr lang="en-US" sz="2000" dirty="0"/>
              <a:t>, </a:t>
            </a:r>
            <a:r>
              <a:rPr lang="en-US" sz="2000" dirty="0" err="1"/>
              <a:t>uz</a:t>
            </a:r>
            <a:r>
              <a:rPr lang="en-US" sz="2000" dirty="0"/>
              <a:t> </a:t>
            </a:r>
            <a:r>
              <a:rPr lang="en-US" sz="2000" dirty="0" err="1"/>
              <a:t>lokalno</a:t>
            </a:r>
            <a:r>
              <a:rPr lang="en-US" sz="2000" dirty="0"/>
              <a:t> </a:t>
            </a:r>
            <a:r>
              <a:rPr lang="en-US" sz="2000" dirty="0" err="1"/>
              <a:t>testiranje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web </a:t>
            </a:r>
            <a:r>
              <a:rPr lang="en-US" sz="2000" dirty="0" err="1"/>
              <a:t>integraciju</a:t>
            </a:r>
            <a:r>
              <a:rPr lang="en-US" sz="2000" dirty="0"/>
              <a:t>.</a:t>
            </a:r>
          </a:p>
          <a:p>
            <a:r>
              <a:rPr lang="en-US" sz="2000" dirty="0"/>
              <a:t>Framework </a:t>
            </a:r>
            <a:r>
              <a:rPr lang="en-US" sz="2000" dirty="0" err="1"/>
              <a:t>razvija</a:t>
            </a:r>
            <a:r>
              <a:rPr lang="en-US" sz="2000" dirty="0"/>
              <a:t> Microsoft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sastoji</a:t>
            </a:r>
            <a:r>
              <a:rPr lang="en-US" sz="2000" dirty="0"/>
              <a:t> se od Composer alata </a:t>
            </a:r>
            <a:r>
              <a:rPr lang="en-US" sz="2000" dirty="0" err="1"/>
              <a:t>i</a:t>
            </a:r>
            <a:r>
              <a:rPr lang="en-US" sz="2000" dirty="0"/>
              <a:t> SDK-a. </a:t>
            </a:r>
            <a:r>
              <a:rPr lang="en-US" sz="2000" dirty="0" err="1"/>
              <a:t>Zbog</a:t>
            </a:r>
            <a:r>
              <a:rPr lang="en-US" sz="2000" dirty="0"/>
              <a:t> </a:t>
            </a:r>
            <a:r>
              <a:rPr lang="en-US" sz="2000" dirty="0" err="1"/>
              <a:t>prestanka</a:t>
            </a:r>
            <a:r>
              <a:rPr lang="en-US" sz="2000" dirty="0"/>
              <a:t> </a:t>
            </a:r>
            <a:r>
              <a:rPr lang="en-US" sz="2000" dirty="0" err="1"/>
              <a:t>održavanja</a:t>
            </a:r>
            <a:r>
              <a:rPr lang="en-US" sz="2000" dirty="0"/>
              <a:t> Composer-a, </a:t>
            </a:r>
            <a:r>
              <a:rPr lang="en-US" sz="2000" dirty="0" err="1"/>
              <a:t>korišten</a:t>
            </a:r>
            <a:r>
              <a:rPr lang="en-US" sz="2000" dirty="0"/>
              <a:t> je SDK </a:t>
            </a:r>
            <a:r>
              <a:rPr lang="en-US" sz="2000" dirty="0" err="1"/>
              <a:t>pristup</a:t>
            </a:r>
            <a:r>
              <a:rPr lang="en-US" sz="2000" dirty="0"/>
              <a:t>. </a:t>
            </a:r>
          </a:p>
          <a:p>
            <a:endParaRPr lang="en-US" sz="2000" dirty="0"/>
          </a:p>
        </p:txBody>
      </p:sp>
      <p:pic>
        <p:nvPicPr>
          <p:cNvPr id="1026" name="Picture 2" descr="Microsoft Bot Framework">
            <a:extLst>
              <a:ext uri="{FF2B5EF4-FFF2-40B4-BE49-F238E27FC236}">
                <a16:creationId xmlns:a16="http://schemas.microsoft.com/office/drawing/2014/main" id="{7207B169-BD20-3AF4-A8F7-8415B752D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378333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tyntec | Microsoft Bot Framework">
            <a:extLst>
              <a:ext uri="{FF2B5EF4-FFF2-40B4-BE49-F238E27FC236}">
                <a16:creationId xmlns:a16="http://schemas.microsoft.com/office/drawing/2014/main" id="{D295338E-E47A-DD66-0232-04D5419CF7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2653" y="4005748"/>
            <a:ext cx="3307080" cy="248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1731" y="538735"/>
            <a:ext cx="4419261" cy="941832"/>
          </a:xfrm>
        </p:spPr>
        <p:txBody>
          <a:bodyPr anchor="t"/>
          <a:lstStyle/>
          <a:p>
            <a:r>
              <a:rPr dirty="0" err="1"/>
              <a:t>Razvojno</a:t>
            </a:r>
            <a:r>
              <a:rPr dirty="0"/>
              <a:t> </a:t>
            </a:r>
            <a:r>
              <a:rPr dirty="0" err="1"/>
              <a:t>okruženje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1821" y="1231392"/>
            <a:ext cx="6113611" cy="3332816"/>
          </a:xfrm>
        </p:spPr>
        <p:txBody>
          <a:bodyPr/>
          <a:lstStyle/>
          <a:p>
            <a:r>
              <a:rPr dirty="0" err="1"/>
              <a:t>Razvoj</a:t>
            </a:r>
            <a:r>
              <a:rPr dirty="0"/>
              <a:t> </a:t>
            </a:r>
            <a:r>
              <a:rPr dirty="0" err="1"/>
              <a:t>kroz</a:t>
            </a:r>
            <a:r>
              <a:rPr dirty="0"/>
              <a:t> </a:t>
            </a:r>
            <a:r>
              <a:rPr dirty="0" err="1"/>
              <a:t>kod</a:t>
            </a:r>
            <a:r>
              <a:rPr dirty="0"/>
              <a:t> (Visual Studio Code)</a:t>
            </a:r>
          </a:p>
          <a:p>
            <a:r>
              <a:rPr dirty="0"/>
              <a:t>Bez </a:t>
            </a:r>
            <a:r>
              <a:rPr dirty="0" err="1"/>
              <a:t>grafičkog</a:t>
            </a:r>
            <a:r>
              <a:rPr dirty="0"/>
              <a:t> </a:t>
            </a:r>
            <a:r>
              <a:rPr dirty="0" err="1"/>
              <a:t>sučelja</a:t>
            </a:r>
            <a:endParaRPr dirty="0"/>
          </a:p>
          <a:p>
            <a:r>
              <a:rPr dirty="0" err="1"/>
              <a:t>Testiranje</a:t>
            </a:r>
            <a:r>
              <a:rPr dirty="0"/>
              <a:t> </a:t>
            </a:r>
            <a:r>
              <a:rPr dirty="0" err="1"/>
              <a:t>putem</a:t>
            </a:r>
            <a:r>
              <a:rPr dirty="0"/>
              <a:t> Bot Framework </a:t>
            </a:r>
            <a:r>
              <a:rPr dirty="0" err="1"/>
              <a:t>Emulatora</a:t>
            </a:r>
            <a:endParaRPr dirty="0"/>
          </a:p>
          <a:p>
            <a:r>
              <a:rPr dirty="0" err="1"/>
              <a:t>Prikaz</a:t>
            </a:r>
            <a:r>
              <a:rPr dirty="0"/>
              <a:t> </a:t>
            </a:r>
            <a:r>
              <a:rPr dirty="0" err="1"/>
              <a:t>poruka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grešaka</a:t>
            </a:r>
            <a:r>
              <a:rPr dirty="0"/>
              <a:t> u </a:t>
            </a:r>
            <a:r>
              <a:rPr dirty="0" err="1"/>
              <a:t>realnom</a:t>
            </a:r>
            <a:r>
              <a:rPr dirty="0"/>
              <a:t> </a:t>
            </a:r>
            <a:r>
              <a:rPr dirty="0" err="1"/>
              <a:t>vremenu</a:t>
            </a:r>
            <a:endParaRPr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E0DFDDE7-5F63-D2DE-2A66-1D5667BF7F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370" y="538735"/>
            <a:ext cx="2461261" cy="2461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F33CEF-5948-53F8-9B99-FDE4A1033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30" y="4224032"/>
            <a:ext cx="5650992" cy="220552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621" y="514257"/>
            <a:ext cx="3114379" cy="969263"/>
          </a:xfrm>
        </p:spPr>
        <p:txBody>
          <a:bodyPr/>
          <a:lstStyle/>
          <a:p>
            <a:r>
              <a:rPr dirty="0" err="1"/>
              <a:t>Naziv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svrha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4529" y="2026063"/>
            <a:ext cx="5857579" cy="2179320"/>
          </a:xfrm>
        </p:spPr>
        <p:txBody>
          <a:bodyPr anchor="t"/>
          <a:lstStyle/>
          <a:p>
            <a:r>
              <a:rPr dirty="0"/>
              <a:t>IT </a:t>
            </a:r>
            <a:r>
              <a:rPr dirty="0" err="1"/>
              <a:t>Oprema</a:t>
            </a:r>
            <a:r>
              <a:rPr dirty="0"/>
              <a:t> Bot</a:t>
            </a:r>
          </a:p>
          <a:p>
            <a:r>
              <a:rPr dirty="0" err="1"/>
              <a:t>Pomaže</a:t>
            </a:r>
            <a:r>
              <a:rPr dirty="0"/>
              <a:t> </a:t>
            </a:r>
            <a:r>
              <a:rPr dirty="0" err="1"/>
              <a:t>korisnicima</a:t>
            </a:r>
            <a:r>
              <a:rPr dirty="0"/>
              <a:t> </a:t>
            </a:r>
            <a:r>
              <a:rPr dirty="0" err="1"/>
              <a:t>odabrati</a:t>
            </a:r>
            <a:r>
              <a:rPr dirty="0"/>
              <a:t> IT </a:t>
            </a:r>
            <a:r>
              <a:rPr dirty="0" err="1"/>
              <a:t>opremu</a:t>
            </a:r>
            <a:endParaRPr dirty="0"/>
          </a:p>
          <a:p>
            <a:r>
              <a:rPr dirty="0" err="1"/>
              <a:t>Temelji</a:t>
            </a:r>
            <a:r>
              <a:rPr dirty="0"/>
              <a:t> se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namjeni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budžetu</a:t>
            </a:r>
            <a:endParaRPr dirty="0"/>
          </a:p>
          <a:p>
            <a:r>
              <a:rPr dirty="0" err="1"/>
              <a:t>Omogućuje</a:t>
            </a:r>
            <a:r>
              <a:rPr dirty="0"/>
              <a:t> </a:t>
            </a:r>
            <a:r>
              <a:rPr dirty="0" err="1"/>
              <a:t>usporedbu</a:t>
            </a:r>
            <a:r>
              <a:rPr dirty="0"/>
              <a:t> </a:t>
            </a:r>
            <a:r>
              <a:rPr dirty="0" err="1"/>
              <a:t>proizvoda</a:t>
            </a:r>
            <a:endParaRPr dirty="0"/>
          </a:p>
        </p:txBody>
      </p:sp>
      <p:pic>
        <p:nvPicPr>
          <p:cNvPr id="6150" name="Picture 6" descr="Bot - Free communications icons">
            <a:extLst>
              <a:ext uri="{FF2B5EF4-FFF2-40B4-BE49-F238E27FC236}">
                <a16:creationId xmlns:a16="http://schemas.microsoft.com/office/drawing/2014/main" id="{53B38B76-7748-5D64-2520-FD971200B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7936" y="609601"/>
            <a:ext cx="1505712" cy="1505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Certified Hardware - Pickit 3D - robot vision made easy">
            <a:extLst>
              <a:ext uri="{FF2B5EF4-FFF2-40B4-BE49-F238E27FC236}">
                <a16:creationId xmlns:a16="http://schemas.microsoft.com/office/drawing/2014/main" id="{CD83A08B-C8E6-37CA-4CA4-6EF406A2FF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0188" y="2140791"/>
            <a:ext cx="3561207" cy="2220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 descr="Budget PNG Transparent Images">
            <a:extLst>
              <a:ext uri="{FF2B5EF4-FFF2-40B4-BE49-F238E27FC236}">
                <a16:creationId xmlns:a16="http://schemas.microsoft.com/office/drawing/2014/main" id="{51B13FFD-DFCB-454F-028B-80A6D3C03D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477512"/>
            <a:ext cx="1965960" cy="1965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 descr="Compare Generic Outline Color icon | Freepik">
            <a:extLst>
              <a:ext uri="{FF2B5EF4-FFF2-40B4-BE49-F238E27FC236}">
                <a16:creationId xmlns:a16="http://schemas.microsoft.com/office/drawing/2014/main" id="{ECB92D79-BF0E-7E10-95CB-F0968B499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8756" y="4477511"/>
            <a:ext cx="1965961" cy="196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805" y="722375"/>
            <a:ext cx="2474299" cy="1149097"/>
          </a:xfrm>
        </p:spPr>
        <p:txBody>
          <a:bodyPr/>
          <a:lstStyle/>
          <a:p>
            <a:r>
              <a:rPr lang="en-US"/>
              <a:t>Intencije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6957" y="2299923"/>
            <a:ext cx="2556595" cy="3332816"/>
          </a:xfrm>
        </p:spPr>
        <p:txBody>
          <a:bodyPr>
            <a:normAutofit fontScale="85000" lnSpcReduction="20000"/>
          </a:bodyPr>
          <a:lstStyle/>
          <a:p>
            <a:r>
              <a:rPr lang="en-US"/>
              <a:t>Pozdrav (početak razgovora)</a:t>
            </a:r>
          </a:p>
          <a:p>
            <a:r>
              <a:rPr lang="en-US"/>
              <a:t>Odabir vrste opreme</a:t>
            </a:r>
          </a:p>
          <a:p>
            <a:r>
              <a:rPr lang="en-US"/>
              <a:t>Odabir namjene</a:t>
            </a:r>
          </a:p>
          <a:p>
            <a:r>
              <a:rPr lang="en-US"/>
              <a:t>Unos budžeta</a:t>
            </a:r>
          </a:p>
          <a:p>
            <a:r>
              <a:rPr lang="en-US"/>
              <a:t>Usporedba proizvoda</a:t>
            </a:r>
          </a:p>
          <a:p>
            <a:r>
              <a:rPr lang="en-US"/>
              <a:t>Pomoć i nova pretraga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A2DF9F-DF78-D5E4-9C04-C5F9594931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70" y="170688"/>
            <a:ext cx="2796603" cy="41264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C39EC52-FF10-EA9A-FF6D-E1C2A3452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831" y="155448"/>
            <a:ext cx="2796603" cy="41060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DEC4207-F411-282F-234E-770278EF4A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70" y="2542603"/>
            <a:ext cx="2777170" cy="41264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846259A-6CE4-8735-CA1C-A34F8E134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731" y="355818"/>
            <a:ext cx="4077269" cy="596348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8102D8-2834-47D3-9E17-0112BD99CA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74871"/>
            <a:ext cx="4001058" cy="59253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F20A-F10C-8888-1385-7C8DE9DF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133" y="2438401"/>
            <a:ext cx="7704667" cy="1981200"/>
          </a:xfrm>
        </p:spPr>
        <p:txBody>
          <a:bodyPr/>
          <a:lstStyle/>
          <a:p>
            <a:r>
              <a:rPr lang="en-US" dirty="0"/>
              <a:t>Hvala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pažnji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5743961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51</TotalTime>
  <Words>148</Words>
  <Application>Microsoft Office PowerPoint</Application>
  <PresentationFormat>On-screen Show (4:3)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Corbel</vt:lpstr>
      <vt:lpstr>Parallax</vt:lpstr>
      <vt:lpstr>IT Oprema Bot</vt:lpstr>
      <vt:lpstr>Pregled alata</vt:lpstr>
      <vt:lpstr>Razvojno okruženje</vt:lpstr>
      <vt:lpstr>Naziv i svrha</vt:lpstr>
      <vt:lpstr>Intencije</vt:lpstr>
      <vt:lpstr>PowerPoint Presentation</vt:lpstr>
      <vt:lpstr>Hvala na pažnji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Mario-Sebastian Miklošević</cp:lastModifiedBy>
  <cp:revision>6</cp:revision>
  <dcterms:created xsi:type="dcterms:W3CDTF">2013-01-27T09:14:16Z</dcterms:created>
  <dcterms:modified xsi:type="dcterms:W3CDTF">2026-05-01T10:27:07Z</dcterms:modified>
  <cp:category/>
</cp:coreProperties>
</file>